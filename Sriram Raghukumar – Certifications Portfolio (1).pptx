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2328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5061"/>
            <a:ext cx="10566400" cy="397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2328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75061"/>
            <a:ext cx="10566400" cy="397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CYBERSECURITY · NETWORKING · SOFTWARE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Portfolio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Sriram Raghukumar · 10 certificates, 2025–2026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developing skills and learning new technologies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 AI, cybersecurity, networking, software engineering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covers each certificate and the key concepts behind 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certificate groups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AI: 3 certificates, April 2026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and security: 4 certificates, March 2025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job simulations: 3 certificates, March to April 2025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883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AI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0360"/>
            <a:ext cx="1137920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Fundamentals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1408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· Issued Apr 22, 2026 · Verifiable on Credly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948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 and retrieval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33216"/>
            <a:ext cx="5175250" cy="1421606"/>
          </a:xfrm>
          <a:prstGeom prst="roundRect">
            <a:avLst>
              <a:gd name="adj" fmla="val 6924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903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86623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badge, issued Apr 2, 2026.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233216"/>
            <a:ext cx="5175250" cy="1421606"/>
          </a:xfrm>
          <a:prstGeom prst="roundRect">
            <a:avLst>
              <a:gd name="adj" fmla="val 6924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490391"/>
            <a:ext cx="4800727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Enhanced AI Outputs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7950" y="3140472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badge, issued Apr 2, 2026.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4582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97870"/>
            <a:ext cx="10883392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Devices and Basic Configuration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174430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Mar 21, 2025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· MAR 27, 2025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948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Shields Up: Cybersecurity Job Simulation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33216"/>
            <a:ext cx="5175250" cy="1147366"/>
          </a:xfrm>
          <a:prstGeom prst="roundRect">
            <a:avLst>
              <a:gd name="adj" fmla="val 8578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903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to a zero-day vulnerability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86623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task completed.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233216"/>
            <a:ext cx="5175250" cy="1147366"/>
          </a:xfrm>
          <a:prstGeom prst="roundRect">
            <a:avLst>
              <a:gd name="adj" fmla="val 8578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4903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Bypassing ransomware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7950" y="286623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task completed.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· MAR 27, 2025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948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Job Simulation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33216"/>
            <a:ext cx="5175250" cy="1147366"/>
          </a:xfrm>
          <a:prstGeom prst="roundRect">
            <a:avLst>
              <a:gd name="adj" fmla="val 8578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903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phishing email simulation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86623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task completed.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233216"/>
            <a:ext cx="5175250" cy="1147366"/>
          </a:xfrm>
          <a:prstGeom prst="roundRect">
            <a:avLst>
              <a:gd name="adj" fmla="val 8578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950" y="249039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phishing simulation results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7950" y="2866231"/>
            <a:ext cx="480072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task completed.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FORAGE · APR 11, 2025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99480"/>
            <a:ext cx="10883392" cy="50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Job Simulation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233216"/>
            <a:ext cx="2482850" cy="1678781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4903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proposal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3150" y="2866231"/>
            <a:ext cx="20275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feature proposal.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8375" y="2233216"/>
            <a:ext cx="2482850" cy="1678781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5550" y="2490391"/>
            <a:ext cx="202755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object class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5550" y="3140472"/>
            <a:ext cx="20275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game object class.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00775" y="2233216"/>
            <a:ext cx="2482850" cy="1678781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7950" y="24903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57950" y="2866231"/>
            <a:ext cx="20275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an inventory system.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93175" y="2233216"/>
            <a:ext cx="2482850" cy="1678781"/>
          </a:xfrm>
          <a:prstGeom prst="roundRect">
            <a:avLst>
              <a:gd name="adj" fmla="val 5863"/>
            </a:avLst>
          </a:prstGeom>
          <a:solidFill>
            <a:srgbClr val="FFFFFF"/>
          </a:solidFill>
          <a:ln w="6350">
            <a:solidFill>
              <a:srgbClr val="E0D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0350" y="24903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bugfix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50350" y="2866231"/>
            <a:ext cx="202755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 bug live.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21 to 31, 2025: networking and security certificates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27, 2025: two Forage cybersecurity simulations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11, 2025: Forage software engineering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 and 22, 2026: IBM AI certificates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883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0360"/>
            <a:ext cx="1088339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91408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email address]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Mar 24, 2025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Mar 28, 2025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Devices and Basic Configuration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Cybersecurity Analyst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at a glance, continued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Enhanced AI Outputs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Shields Up: Cybersecurity Job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Job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Job Simulation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and security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certificates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 connect networks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connect devices in a LAN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points provide wireless access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vs router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switch forwards by MAC address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router forwards by IP address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 and IPv6 addresses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 masks divide networks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gateway leads off the local network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device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hostname and passwords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remote access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configuration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protocols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assigns addresses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resolves names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 and SSH for testing and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connectivity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checks reachability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shows the path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cables and links first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addressing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the problem layer by layer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roles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basics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endpoint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Laptops, phones, servers and IoT devices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 possible entry point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and ransomware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 software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and EDR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detects known malware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monitors behavior and supports response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regularly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least privilege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unused services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disks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 and device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firewalls control traffic per device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device management enforces policy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the device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 and restore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gained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defense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isolating compromised devices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controls so one failure is not fatal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traffic by rules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firewalls inspect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and 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IDS detects suspicious traffic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IPS can also block it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DEFENSE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and VLANs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lateral movement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sensitive systems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iram Raghukumar – Certifications Portfolio">
  <a:themeElements>
    <a:clrScheme name="Sriram Raghukumar – Certifications Portfolio">
      <a:dk1>
        <a:srgbClr val="0F1B2D"/>
      </a:dk1>
      <a:lt1>
        <a:srgbClr val="F6F4EE"/>
      </a:lt1>
      <a:dk2>
        <a:srgbClr val="49515D"/>
      </a:dk2>
      <a:lt2>
        <a:srgbClr val="DFDEDB"/>
      </a:lt2>
      <a:accent1>
        <a:srgbClr val="E8833A"/>
      </a:accent1>
      <a:accent2>
        <a:srgbClr val="4A5563"/>
      </a:accent2>
      <a:accent3>
        <a:srgbClr val="C9D1DC"/>
      </a:accent3>
      <a:accent4>
        <a:srgbClr val="9AA0A6"/>
      </a:accent4>
      <a:accent5>
        <a:srgbClr val="6B727A"/>
      </a:accent5>
      <a:accent6>
        <a:srgbClr val="8E9297"/>
      </a:accent6>
      <a:hlink>
        <a:srgbClr val="0563C1"/>
      </a:hlink>
      <a:folHlink>
        <a:srgbClr val="954F72"/>
      </a:folHlink>
    </a:clrScheme>
    <a:fontScheme name="Sriram Raghukumar – Certifications 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Sriram Raghukumar – Certifications Portfolio</dc:title>
  <dc:subject/>
  <dc:creator/>
  <cp:lastModifiedBy/>
  <cp:revision>1</cp:revision>
  <dcterms:created xsi:type="dcterms:W3CDTF">2026-10-14T07:29:52Z</dcterms:created>
  <dcterms:modified xsi:type="dcterms:W3CDTF">2026-10-14T07:29:52Z</dcterms:modified>
</cp:coreProperties>
</file>