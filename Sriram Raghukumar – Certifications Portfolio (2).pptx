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8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21780"/>
            <a:ext cx="10566400" cy="402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9788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21780"/>
            <a:ext cx="10566400" cy="402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· CYBERSECURITY · NETWORKING · SOFTWARE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Certifications Portfolio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Sriram Raghukumar · 10 certificates, 2025–2026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About 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Continuously developing skills and learning new technologies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Focus areas: AI, cybersecurity, networking, software engineering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deck covers each certificate and the key concepts behind 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certificate groups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 AI: 3 certificates, April 2026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 and security: 4 certificates, March 2025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job simulations: 3 certificates, March to April 2025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 21 to 31, 2025: networking and security certificates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 27, 2025: two Forage cybersecurity simulations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 11, 2025: Forage software engineering simulation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 2 and 22, 2026: IBM AI certificates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Certificates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 Devices and Basic Configuration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Endpoint Security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Defense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Junior Cybersecurity Analyst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Artificial Intelligence Fundamentals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Certificates at a glance, continued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Literacy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Retrieval-Augmented Generation for Enhanced AI Outputs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Shields Up: Cybersecurity Job Simulation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Cybersecurity Job Simulation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Engineering Job Simulation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 and security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certificates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882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40335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 Devices and Initial Configuration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1611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Mar 21, 2025 · Matches the Cisco Networking Academy course: 12 modules, about 22 hours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12-module course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Design, Cloud and Virtualization, Number Systems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Ethernet Switching, Network Layer, the Cisco IOS command line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a Small Cisco Network and test connectivity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About 22 hours with practice labs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and virtualization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Characteristics and benefits of cloud services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Virtualization lets many virtual machines share hardware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 for modern data-center networks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Number systems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Binary and hexadecimal conversion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Needed to read and plan IP addresses and subnets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IP addressing schemes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addresses manually or automatically with DHCP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Calculate an IPv4 addressing scheme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Subnetting splits a network into smaller ones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Hands-on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Cisco Packet Tracer activities and labs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Configure Cisco devices to build a small network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 for connectivity issues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Testing connectivity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Ping checks reachability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Traceroute shows the path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Troubleshooting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cables and links first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Verify addressing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Isolate the problem layer by layer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ARP, Cisco IOS and IPv4 subnetting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DHCP, DNS and hierarchical network design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Transport layer protocols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Virtualization and cloud services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Endpoint Security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Mar 24, 2025 · Cisco Networking Academy course outline: 10 modules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Endpoint Security: course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of the Junior Cybersecurity Analyst Career Path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modules plus checkpoint and final exams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Prerequisite: Networking Essentials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Early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Cybersecurity threats, vulnerabilities and attacks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Securing networks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Attacking the foundation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Attacking what we do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Later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Wireless network communication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security infrastructure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and endpoint protection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Cybersecurity principles, practices and processes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Operating system and endpoint security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Basic security of Windows and Linux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impacts of malware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practices for endpoint protection and securing files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 networks, operating systems and endpoints for vulnerabilities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Secure the network all the way to the edge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Maintain confidentiality, integrity and availability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ENDPOINT 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Incident response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Isolate the device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Investigate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Remediate and restore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Malware investigation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Evaluating endpoint protection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Windows and Linux security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Vulnerability assessment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Defense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Mar 28, 2025 · Cisco Networking Academy course outline: 11 modules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Defense: course structure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Intermediate level, in the Junior Cybersecurity Analyst Career Path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modules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Prerequisite: Endpoint Security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Modules 1 to 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Understanding defense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and network defense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 control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 control lists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Modules 5 to 7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Firewall technologies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Zone-based policy firewalls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security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Later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Cryptography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security data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Monitoring and evaluating security alerts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Defense in depth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Monitoring and defense tools work together in layers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Defend against many attack types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 quickly to exploits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Career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Cybersecurity officer, cybersecurity analyst, network analyst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Aligned with the CCST Cybersecurity certification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 control, local and on servers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Firewalls and ACLs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security and cryptography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alert evaluation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Junior Cybersecurity Analyst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Mar 31, 2025 · Cisco Networking Academy Career Path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career path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Foundations: Introduction to Cybersecurity and Networking Essentials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Endpoint Security, Network Defense, Cyber Threat Management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Prepares for the CCST Cybersecurity certification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 Threat Management: 6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and compliance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Network security testing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Threat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 Threat Management: more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Endpoint vulnerability assessment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management and security controls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 forensics, incident analysis and response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and compliance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 security policies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Meet ethics standards and legal frameworks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Entry-level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Junior cybersecurity analyst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Cybersecurity technician and specialist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Tier 1 help desk support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JUNIOR CYBERSECURITY ANALYST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Vulnerability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Prioritize by risk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 and verify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JUNIOR CYBERSECURITY ANALYST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Clear incident notes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Escalate to the right people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Vulnerability assessment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Risk management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Incident response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and 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 AI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certificates</a:t>
            </a:r>
            <a:endParaRPr lang="en-US" sz="1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Artificial Intelligence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Apr 22, 2026 · IBM SkillsBuild · 6 modules, about 10 hours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six modules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73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Introduction to Artificial Intelligence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Natural Language Processing and Computer Vision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Machine Learning and Deep Learning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AI Models with IBM Watson Studio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Ethics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Future in AI: The Job Landscape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Learning outcomes, part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the history of AI development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 structured, unstructured and semi-structured data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how AI predicts from data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how AI understands human language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Learning outcomes, part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how AI analyzes and creates images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how neural networks make predictions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generative AI and its impact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Hands-on with Watson Studio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 and test a machine learning model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practice simulation inside the course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Bias and ethics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AI systems to minimize bias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AI responsibly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Earning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graded quizzes and final assessments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 the practice simulations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AI job market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Roles and responsibilities of AI professionals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 sets employers look for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Resources for further learning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Healthcare, finance, retail, education, customer support</a:t>
            </a:r>
            <a:endParaRPr lang="en-US" sz="16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Neural networks and deep learning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NLP and computer vision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Running models in Watson Studio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ethics and bias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Literacy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Apr 2, 2026 · IBM SkillsBuild · foundational level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 credential shows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AI works, its concepts, forms and enabling technologies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Benefits and risks of AI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Principles of AI ethics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in everyday life and across industries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Practical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Used AI to help solve data challenges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Interacted with AI interfaces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Created and refined simple business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Listed skills, part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capabilities and limitations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ethics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Bias detection and mitigation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Responsible AI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Listed skills, part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prompt writing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Generative AI use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Collaboration with AI assistants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Interacting with AI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Listed skills, part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Critical thinking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literacy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 making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Pattern recognition and problem solving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Earning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Complete the prescribed IBM modules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Pass end-of-module quizzes with 80% or higher</a:t>
            </a:r>
            <a:endParaRPr lang="en-US"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Critical evaluation of AI output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Bias detection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writing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Responsible AI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882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40335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Retrieval-Augmented Generation for Enhanced AI Outputs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1611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Apr 2, 2026 · IBM SkillsBuild · 4-hour module</a:t>
            </a:r>
            <a:endParaRPr lang="en-US" sz="1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 module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cases for RAG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workflow a RAG system uses to generate content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practices to improve RAG outputs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 techniques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Naive RAG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Advanced RAG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Modular RAG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RAG helps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Extends a model's knowledge base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Grounds answers in retrieved content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workflow steps: retrieve, augment, generate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AI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Overcoming challenges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practices for common RAG problems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retrieval quality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Improve prompts and context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Chunking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Documents are split into passages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Size and overlap affect quality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Benefits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Fresher, grounded answers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Sources can be cited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full retraining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Poor retrieval gives poor answers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Needs evaluation and access controls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IBM SKILLSBUILD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Embeddings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vector search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grounded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job simulations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certificates</a:t>
            </a:r>
            <a:endParaRPr lang="en-US" sz="1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Shields Up: Cybersecurity Job Simulation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Mar 27, 2025 · AIG job simulation on Forage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AIG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Role: information security analyst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Analyze security alerts and respond to a ransomware attack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Uses Python and stakeholder management skills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AIG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1: zero-day response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CISA issued an alert on a new Apache Log4j zero-day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Research the vulnerability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Publish an advisory to affected teams to prevent exploitation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AIG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Vulnerability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 out who is exposed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Communicate risk clearly to stakeholders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mitigation until patched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AIG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2: bypassing ransomware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server exploited via Log4j loaded ransomware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Goal: recover files without paying the ransom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technical task done in Python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AIG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not pay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Payment funds attackers and guarantees nothing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Backups and recovery plans reduce the pressure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Preparation and quick decisions limit damage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AIG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Vulnerability management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scripting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Stakeholder communication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Ransomware response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Cybersecurity Job Simulation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Mar 27, 2025 · Mastercard job simulation on Forage</a:t>
            </a:r>
            <a:endParaRPr 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MASTERCARD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Analyst on a security awareness team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Help design a phishing email simulation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Raise awareness of a common threat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MASTERCARD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1: design the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 how phishing is prevented and mitigated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an obvious fake email more believable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 a phishing simulation for awareness</a:t>
            </a:r>
            <a:endParaRPr lang="en-US" sz="1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MASTERCARD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a phishing email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content, sender details and links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the risks it creates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MASTERCARD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2: interpret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Analyze click rates and submissions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Find teams that need stronger training</a:t>
            </a:r>
            <a:endParaRPr lang="en-US" sz="1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MASTERCARD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Delivering training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prevention training from campaign results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a no-blame, learning-focused culture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MASTERCARD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Social engineering awareness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Phishing analysis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Metrics interpretation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Awareness training</a:t>
            </a:r>
            <a:endParaRPr lang="en-US" sz="16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67695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11973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Engineering Job Simulation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3881735"/>
            <a:ext cx="1088339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Issued Apr 11, 2025 · Electronic Arts job simulation on Forage</a:t>
            </a:r>
            <a:endParaRPr lang="en-US" sz="18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EA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Scenario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Junior software engineer at Electronic Arts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Develop a new feature for EA Sports College Football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and C++ used in the program</a:t>
            </a:r>
            <a:endParaRPr lang="en-US" sz="16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EA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1: feature proposal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Propose a gameplay feature for a simulation game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Learn how to structure a proposal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EA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2: game object class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Define a class for an interactable object in The Sims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Object-oriented and class design</a:t>
            </a:r>
            <a:endParaRPr lang="en-US" sz="16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EA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3: inventory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Improve a system for adding and removing objects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Aim for clean, scalable code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EA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4: live bugfix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Create and optimize a patch for a live bug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Game engine technology and feature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EA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practiced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Critical thinking and problem solving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Object-oriented programming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design and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Takeaway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 before coding, then test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FORAGE · EA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788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9508" y="1970980"/>
            <a:ext cx="10799064" cy="116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design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Object-oriented design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Patching and optimization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and C++ exposure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CLOSING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takeaways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the certificates add up to</a:t>
            </a:r>
            <a:endParaRPr lang="en-US" sz="1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learns from data and needs human oversight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Check outputs and protect data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RAG grounds answers in real sources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Security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Layer defenses and limit access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Patch, back up and monitor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Respond fast and communicate clearly</a:t>
            </a:r>
            <a:endParaRPr lang="en-US" sz="16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Engineering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Plan, build, test and review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Clear proposals prevent rework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Simulations built real task habits</a:t>
            </a:r>
            <a:endParaRPr lang="en-US" sz="16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CLOSING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232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89508" y="2049661"/>
            <a:ext cx="1079906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earning certificates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projects that use these skills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0F1B2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Practice with hands-on labs</a:t>
            </a:r>
            <a:endParaRPr lang="en-US" sz="16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391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83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CONTACT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91160"/>
            <a:ext cx="10883392" cy="6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6F4E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3881041"/>
            <a:ext cx="1088339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C9D1D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[your email address]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riram Raghukumar – Certifications Portfolio">
  <a:themeElements>
    <a:clrScheme name="Sriram Raghukumar – Certifications Portfolio">
      <a:dk1>
        <a:srgbClr val="0F1B2D"/>
      </a:dk1>
      <a:lt1>
        <a:srgbClr val="F6F4EE"/>
      </a:lt1>
      <a:dk2>
        <a:srgbClr val="49515D"/>
      </a:dk2>
      <a:lt2>
        <a:srgbClr val="DFDEDB"/>
      </a:lt2>
      <a:accent1>
        <a:srgbClr val="E8833A"/>
      </a:accent1>
      <a:accent2>
        <a:srgbClr val="C9D1DC"/>
      </a:accent2>
      <a:accent3>
        <a:srgbClr val="9AA0A6"/>
      </a:accent3>
      <a:accent4>
        <a:srgbClr val="6B727A"/>
      </a:accent4>
      <a:accent5>
        <a:srgbClr val="8E9297"/>
      </a:accent5>
      <a:accent6>
        <a:srgbClr val="B1B3B4"/>
      </a:accent6>
      <a:hlink>
        <a:srgbClr val="0563C1"/>
      </a:hlink>
      <a:folHlink>
        <a:srgbClr val="954F72"/>
      </a:folHlink>
    </a:clrScheme>
    <a:fontScheme name="Sriram Raghukumar – Certifications Portfolio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Sriram Raghukumar – Certifications Portfolio</dc:title>
  <dc:subject/>
  <dc:creator/>
  <cp:lastModifiedBy/>
  <cp:revision>1</cp:revision>
  <dcterms:created xsi:type="dcterms:W3CDTF">2026-10-14T07:56:36Z</dcterms:created>
  <dcterms:modified xsi:type="dcterms:W3CDTF">2026-10-14T07:56:36Z</dcterms:modified>
</cp:coreProperties>
</file>